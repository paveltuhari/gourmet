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платформа связывает мерчандайзинг, операции магазина, обучение персонала и последнюю милю. Все скриншоты в презентации — с работающей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блок — работающий раздел системы, не концепт: всё показывается вживую.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— чистый Python, единственная зависимость plotly. Веб-приложение — Flask. Конвертер Roblox не тянет ничего.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переключение режимов и hover-карточки вживую. Отчёт можно отправить письмом — это один HTML-файл.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Демо-данные намеренно содержат нарушения: вода 5 л на верхней полке, урезанные фейсинги лимонада вопреки контракту, мюсли не на уровне глаз.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грузится из пакета: MapLibre и выгрузка OSM лежат в static. Zabbix переключается переменными окружения.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Сквозная цепочка видна за минуту: OOS в ленте → отгрузка → грузовик доехал → «полка пополнена».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Реальные системы шлют те же JSON-события на /api/instore/&lt;id&gt;/ingest — при активном потоке эмулятор замолкает.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Wow-момент демо — показать вживую. Остатки на планограмме — те, что «наторговала» эмуляция к этому моменту.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Механика Supermarket Mania, но на реальных процессах: мерчандайзинг, касса, клининг, реакция на события.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 ключей Open Cloud работает эмуляция с тем же API. Демо-сцены сконвертированы и лежат в repo: robloxkit/demo/.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Гант — инструмент диспетчера: видно отставание от плана по каждому адресу. Источник GPS помечается на карточке маршрута.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печатную форму: ФН у SmartOne и облачной кассы различаются сериями.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Предложение: пилот на одном реальном магазине с подключением планограмм из учётной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planogram3d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54F"/>
                </a:solidFill>
              </a:rPr>
              <a:t>Цифровой двойник розничной сети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8D4E2"/>
                </a:solidFill>
              </a:rPr>
              <a:t>3D-планограммы и контроль соответствия · живая карта сети ·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8D4E2"/>
                </a:solidFill>
              </a:rPr>
              <a:t>датчики торгового зала · игровой тренажёр персонала и Roblox ·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8D4E2"/>
                </a:solidFill>
              </a:rPr>
              <a:t>доставка интернет-заказов с фискальными чеками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</a:rPr>
              <a:t>Сеть «Гурман» · Тверь · демо на реальных данных OpenStreetMap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74536" y="1179576"/>
            <a:ext cx="5047488" cy="3236976"/>
          </a:xfrm>
          <a:prstGeom prst="roundRect">
            <a:avLst>
              <a:gd name="adj" fmla="val 2542"/>
            </a:avLst>
          </a:prstGeom>
          <a:solidFill>
            <a:srgbClr val="E6EBF2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1D2B3A">
                <a:alpha val="28000"/>
              </a:srgbClr>
            </a:outerShdw>
          </a:effectLst>
        </p:spPr>
      </p:sp>
      <p:pic>
        <p:nvPicPr>
          <p:cNvPr id="7" name="Image 0" descr="/tmp/claude-0/-home-user-gourmet/d2d08e8a-2953-5efc-a094-6fd9f7e5c6e1/scratchpad/q_city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234440"/>
            <a:ext cx="4937760" cy="3127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B8"/>
                </a:solidFill>
              </a:rPr>
              <a:t>Живая 3D-карта сети — один из экранов системы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работающих блоков платформы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81912"/>
            <a:ext cx="566928" cy="566928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6362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3F"/>
                </a:solidFill>
              </a:rPr>
              <a:t>3D-планограммы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8952" y="22860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</a:rPr>
              <a:t>Текущие продажи и утверждённая выкладка, теплокарта остатков, карточки SKU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3258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581912"/>
            <a:ext cx="566928" cy="566928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56362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85232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3F"/>
                </a:solidFill>
              </a:rPr>
              <a:t>Контроль соответствия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81144" y="22860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</a:rPr>
              <a:t>Внутренний регламент, контракты с поставщиками, факт против плана, OOS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47304" y="13258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75904" y="1581912"/>
            <a:ext cx="566928" cy="566928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156362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07424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3F"/>
                </a:solidFill>
              </a:rPr>
              <a:t>Живая карта сети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03336" y="22860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</a:rPr>
              <a:t>Реальная Тверь в 2D/3D, эмуляция торгового дня, Zabbix, логистический центр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096512"/>
            <a:ext cx="566928" cy="566928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07822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3F"/>
                </a:solidFill>
              </a:rPr>
              <a:t>Датчики зала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58952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</a:rPr>
              <a:t>Очереди, ТСД по BLE/LoRa, холодильники, расходники, оценка трафика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25112" y="38404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4096512"/>
            <a:ext cx="566928" cy="566928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4507992" y="407822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85232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3F"/>
                </a:solidFill>
              </a:rPr>
              <a:t>Тренажёр + Roblox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581144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</a:rPr>
              <a:t>Игра-обучение кассиров, баллы и бейджи команды через Open Cloud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47304" y="38404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75904" y="4096512"/>
            <a:ext cx="566928" cy="566928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30" name="Text 28"/>
          <p:cNvSpPr/>
          <p:nvPr/>
        </p:nvSpPr>
        <p:spPr>
          <a:xfrm>
            <a:off x="8330184" y="407822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🛵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107424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3F"/>
                </a:solidFill>
              </a:rPr>
              <a:t>Доставка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403336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</a:rPr>
              <a:t>Сборка заказов, маршруты, диаграмма Ганта, GPS-мониторинг, чек при вручении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Архитектура: встраиваемое ядро и надстройки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D2B3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planogram3d.core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6F2"/>
                </a:solidFill>
              </a:rPr>
              <a:t>модель данных Store · проверки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6F2"/>
                </a:solidFill>
              </a:rPr>
              <a:t>соответствия · 3D-сцены (Plotly)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6F2"/>
                </a:solidFill>
              </a:rPr>
              <a:t>· отчёты HTML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33101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54F"/>
                </a:solidFill>
              </a:rPr>
              <a:t>зависимость — только plotly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4630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2F4B68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planogram3d.webapp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6F2"/>
                </a:solidFill>
              </a:rPr>
              <a:t>карта сети · симуляция зала ·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6F2"/>
                </a:solidFill>
              </a:rPr>
              <a:t>тренажёр · доставка · Zabbix ·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6F2"/>
                </a:solidFill>
              </a:rPr>
              <a:t>Roblox-команда (Flask)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33101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54F"/>
                </a:solidFill>
              </a:rPr>
              <a:t>REST API для всех интеграций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21040" y="14630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2F6FED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planogram3d.robloxkit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49640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6F2"/>
                </a:solidFill>
              </a:rPr>
              <a:t>конвертер сцен в .rbxlx ·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6F2"/>
                </a:solidFill>
              </a:rPr>
              <a:t>Luau-скрипты тренажёра ·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6F2"/>
                </a:solidFill>
              </a:rPr>
              <a:t>place-файлы для Studio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49640" y="33101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54F"/>
                </a:solidFill>
              </a:rPr>
              <a:t>без внешних зависимостей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672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818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672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10972800" cy="2011680"/>
          </a:xfrm>
          <a:prstGeom prst="roundRect">
            <a:avLst>
              <a:gd name="adj" fmla="val 454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891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03F"/>
                </a:solidFill>
              </a:rPr>
              <a:t>Один объект Store — все данные системы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48463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672"/>
                </a:solidFill>
              </a:rPr>
              <a:t>Магазины · стеллажи и полки · товары и поставщики · контракты · две планограммы (утверждённая и фактическая) · продажи и остатки.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672"/>
                </a:solidFill>
              </a:rPr>
              <a:t>Наполняется из любой учётной системы, БД или CSV — готовые адаптеры и примеры в docs/INTEGRATION.md; свои правила проверки через extra_checks.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3D-планограмма: продажи и утверждённая выкладка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Два режима одной сцены: «Текущее состояние продаж» и «Утверждённая планограмма» — переключение кнопками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Теплокарта остатков: зелёный — полная полка, красный полупрозрачный — out-of-stock; глубина стопки товара = остаток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Утверждённая выкладка раскрашена по поставщикам — видно доли полки по контрактам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Карточка при наведении: SKU, поставщик, фейсинги, остаток, скорость продаж, запас в днях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Отчёт — автономный HTML: вращение и зум в браузере, без установки ПО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48656" y="1316736"/>
            <a:ext cx="6510528" cy="4169664"/>
          </a:xfrm>
          <a:prstGeom prst="roundRect">
            <a:avLst>
              <a:gd name="adj" fmla="val 1974"/>
            </a:avLst>
          </a:prstGeom>
          <a:solidFill>
            <a:srgbClr val="E6EBF2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1D2B3A">
                <a:alpha val="28000"/>
              </a:srgbClr>
            </a:outerShdw>
          </a:effectLst>
        </p:spPr>
      </p:sp>
      <p:pic>
        <p:nvPicPr>
          <p:cNvPr id="5" name="Image 0" descr="/tmp/claude-0/-home-user-gourmet/d2d08e8a-2953-5efc-a094-6fd9f7e5c6e1/scratchpad/q_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371600"/>
            <a:ext cx="6400800" cy="4059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0" y="5513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2"/>
                </a:solidFill>
              </a:rPr>
              <a:t>Магазин №17: фактическая выкладка с подсветкой остатков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Контроль соответствия: регламент и контракты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538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3F"/>
                </a:solidFill>
              </a:rPr>
              <a:t>Внутренний регламент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</a:rPr>
              <a:t>вес на верхних полках · габариты в просвете · переполнение и пересечения выкладок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340864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3F"/>
                </a:solidFill>
              </a:rPr>
              <a:t>Контракты с поставщиками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523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</a:rPr>
              <a:t>минимальная доля полки · обязательные SKU и фейсинги · размещение на уровне глаз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310128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924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3F"/>
                </a:solidFill>
              </a:rPr>
              <a:t>Факт против планограммы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721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</a:rPr>
              <a:t>отсутствующие и лишние позиции · расхождение числа фейсингов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279392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61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3F"/>
                </a:solidFill>
              </a:rPr>
              <a:t>Продажи и остатки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690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</a:rPr>
              <a:t>out-of-stock · низкая заполненность · запас меньше дневных продаж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18120" y="1371600"/>
            <a:ext cx="3840480" cy="3913632"/>
          </a:xfrm>
          <a:prstGeom prst="roundRect">
            <a:avLst>
              <a:gd name="adj" fmla="val 2381"/>
            </a:avLst>
          </a:prstGeom>
          <a:solidFill>
            <a:srgbClr val="1D2B3A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D54F"/>
                </a:solidFill>
              </a:rPr>
              <a:t>16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046720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4E2"/>
                </a:solidFill>
              </a:rPr>
              <a:t>нарушений находит демо-магазин,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4E2"/>
                </a:solidFill>
              </a:rPr>
              <a:t>из них 6 критичных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3566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6F2"/>
                </a:solidFill>
              </a:rPr>
              <a:t>Каждое нарушение — с адресом: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6F2"/>
                </a:solidFill>
              </a:rPr>
              <a:t>стеллаж, полка, SKU и причина.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6F2"/>
                </a:solidFill>
              </a:rPr>
              <a:t>Свои правила сети — через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6F2"/>
                </a:solidFill>
              </a:rPr>
              <a:t>extra_checks без правки ядра.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55321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</a:rPr>
              <a:t>Проверка запускается автоматически при каждом построении отчёта и доступна отдельно — для алертов в мониторинге без визуализации.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Живая карта сети: реальный город, 2D/3D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" y="1316736"/>
            <a:ext cx="6556248" cy="4187952"/>
          </a:xfrm>
          <a:prstGeom prst="roundRect">
            <a:avLst>
              <a:gd name="adj" fmla="val 1965"/>
            </a:avLst>
          </a:prstGeom>
          <a:solidFill>
            <a:srgbClr val="E6EBF2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1D2B3A">
                <a:alpha val="28000"/>
              </a:srgbClr>
            </a:outerShdw>
          </a:effectLst>
        </p:spPr>
      </p:sp>
      <p:pic>
        <p:nvPicPr>
          <p:cNvPr id="4" name="Image 0" descr="/tmp/claude-0/-home-user-gourmet/d2d08e8a-2953-5efc-a094-6fd9f7e5c6e1/scratchpad/zbx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446520" cy="4078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53212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2"/>
                </a:solidFill>
              </a:rPr>
              <a:t>3D-режим: здания Твери по реальной этажности, бейджи Zabbix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269480" y="137160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Карта из данных OpenStreetMap: улицы, здания, Волга — полностью автономна, интернет не нужен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Эмуляция торгового дня: 1 с = 10 мин; продажи, выручка, пустые полки, лента событий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Маркеры «как в игре»: звёзды по выручке, цвет статуса, всплывающие «+N ₽»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Zabbix: бейдж активных проблем на каждом магазине (реальный API или эмуляция)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Пересборка карты под любой город — одним скриптом из Overpass API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Логистический центр — буфер между поставщиками и сетью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Пустая полка → магазин заказывает в РЦ, а не напрямую у поставщика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Грузовики едут по карте города в реальном времени; на маркере РЦ — счётчик рейсов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Склад РЦ списывается; ниже точки перезаказа — автоматический заказ поставщику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Если на РЦ пусто — прямая поставка от поставщика (дольше)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Карточка РЦ: остаток склада, SKU ниже точки заказа, рейсы и приходы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Опционально: PLANOGRAM_DC=0 возвращает прямые поставки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48656" y="1316736"/>
            <a:ext cx="6510528" cy="4169664"/>
          </a:xfrm>
          <a:prstGeom prst="roundRect">
            <a:avLst>
              <a:gd name="adj" fmla="val 1974"/>
            </a:avLst>
          </a:prstGeom>
          <a:solidFill>
            <a:srgbClr val="E6EBF2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1D2B3A">
                <a:alpha val="28000"/>
              </a:srgbClr>
            </a:outerShdw>
          </a:effectLst>
        </p:spPr>
      </p:sp>
      <p:pic>
        <p:nvPicPr>
          <p:cNvPr id="5" name="Image 0" descr="/tmp/claude-0/-home-user-gourmet/d2d08e8a-2953-5efc-a094-6fd9f7e5c6e1/scratchpad/map_dc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371600"/>
            <a:ext cx="6400800" cy="4059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0" y="5513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2"/>
                </a:solidFill>
              </a:rPr>
              <a:t>14 машин в пути; карточка РЦ со складом и заказами поставщикам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Симуляция зала: все датчики магазина на одной схеме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" y="1316736"/>
            <a:ext cx="6556248" cy="4187952"/>
          </a:xfrm>
          <a:prstGeom prst="roundRect">
            <a:avLst>
              <a:gd name="adj" fmla="val 1965"/>
            </a:avLst>
          </a:prstGeom>
          <a:solidFill>
            <a:srgbClr val="E6EBF2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1D2B3A">
                <a:alpha val="28000"/>
              </a:srgbClr>
            </a:outerShdw>
          </a:effectLst>
        </p:spPr>
      </p:sp>
      <p:pic>
        <p:nvPicPr>
          <p:cNvPr id="4" name="Image 0" descr="/tmp/claude-0/-home-user-gourmet/d2d08e8a-2953-5efc-a094-6fd9f7e5c6e1/scratchpad/hall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446520" cy="4078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53212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2"/>
                </a:solidFill>
              </a:rPr>
              <a:t>Изометрия зала: покупатели, очереди, ТСД, холодильники, скоропорт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269480" y="137160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Очереди у касс и СКО в реальном времени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ТСД: позиционирование по BLE-маякам (±0.5–1 м) и LoRa (±2–3.5 м), круги точности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Оценка трафика по датчикам входа/выхода: в зале − очереди = равномерно по залу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Холодильники: температура, дверца, компрессор, тревоги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Расходники: чековая лента касс и весов, кульки — с заявками на замену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Зоны скоропорта выделены; единый поток событий: эмулятор или реальные кассы/CCTV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Игровой вход в магазин с карты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Клик по магазину → карточка KPI: выручка, полки, покупатели, нарушения, проблемы Zabbix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Кнопка «Войти в магазин»: камера подлетает к зданию среди 3D-домов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Виньетка с дверью — и вы внутри: интерьер магазина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Три вкладки: 3D-планограмма · симуляция зала · тренажёр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</a:rPr>
              <a:t>В шапке — живые KPI магазина и статус Zabbix; «Назад на карту» возвращает камеру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48656" y="1316736"/>
            <a:ext cx="6510528" cy="4169664"/>
          </a:xfrm>
          <a:prstGeom prst="roundRect">
            <a:avLst>
              <a:gd name="adj" fmla="val 1974"/>
            </a:avLst>
          </a:prstGeom>
          <a:solidFill>
            <a:srgbClr val="E6EBF2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1D2B3A">
                <a:alpha val="28000"/>
              </a:srgbClr>
            </a:outerShdw>
          </a:effectLst>
        </p:spPr>
      </p:sp>
      <p:pic>
        <p:nvPicPr>
          <p:cNvPr id="5" name="Image 0" descr="/tmp/claude-0/-home-user-gourmet/d2d08e8a-2953-5efc-a094-6fd9f7e5c6e1/scratchpad/enter_inter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371600"/>
            <a:ext cx="6400800" cy="4059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0" y="5513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2"/>
                </a:solidFill>
              </a:rPr>
              <a:t>Интерьер: реальная планограмма магазина с остатками из эмуляции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Тренажёр персонала: обучение как игра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" y="1316736"/>
            <a:ext cx="6556248" cy="4251960"/>
          </a:xfrm>
          <a:prstGeom prst="roundRect">
            <a:avLst>
              <a:gd name="adj" fmla="val 1935"/>
            </a:avLst>
          </a:prstGeom>
          <a:solidFill>
            <a:srgbClr val="E6EBF2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1D2B3A">
                <a:alpha val="28000"/>
              </a:srgbClr>
            </a:outerShdw>
          </a:effectLst>
        </p:spPr>
      </p:sp>
      <p:pic>
        <p:nvPicPr>
          <p:cNvPr id="4" name="Image 0" descr="/tmp/claude-0/-home-user-gourmet/d2d08e8a-2953-5efc-a094-6fd9f7e5c6e1/scratchpad/g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446520" cy="4142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596128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2"/>
                </a:solidFill>
              </a:rPr>
              <a:t>Смена 1: сотрудник несёт товар, покупатели с «сердечками» терпения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269480" y="137160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Игрок — сотрудник магазина: склад → полки → касса, уборка, лента, холодильники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Покупатели с терпением ❤ — уходят злыми, если ждать: падает репутация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3 смены-уровня с целями по выручке и нарастающей сложностью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Товары и цены — из реальной планограммы магазина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Туториал на первой смене; очередь действий из двух кликов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Итог смены: звёзды, статистика и персональные советы-разбор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Roblox: мотивация команды и готовые сцены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Сотрудник регистрируется в тренажёре: имя + ник Roblox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За смены и кейсы — баллы и бейджи: «Кассир-новичок», «Хранитель чистоты», «Герой часа пик», «Наставник смены»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Лидерборд и лента поощрений команды; общение — штатный чат Roblox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Open Cloud: баллы в DataStore, поощрения через MessagingService — поздравление прямо в игре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Конвертер robloxkit → .rbxlx для Studio: зал с реальной планограммой (52 блока, 20 интерактивных точек) и сцена города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</a:rPr>
              <a:t>В place встроен Luau-тренажёр: задания, leaderstats, объявления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48656" y="1316736"/>
            <a:ext cx="6510528" cy="4224528"/>
          </a:xfrm>
          <a:prstGeom prst="roundRect">
            <a:avLst>
              <a:gd name="adj" fmla="val 1948"/>
            </a:avLst>
          </a:prstGeom>
          <a:solidFill>
            <a:srgbClr val="E6EBF2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1D2B3A">
                <a:alpha val="28000"/>
              </a:srgbClr>
            </a:outerShdw>
          </a:effectLst>
        </p:spPr>
      </p:sp>
      <p:pic>
        <p:nvPicPr>
          <p:cNvPr id="5" name="Image 0" descr="/tmp/claude-0/-home-user-gourmet/d2d08e8a-2953-5efc-a094-6fd9f7e5c6e1/scratchpad/rbx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371600"/>
            <a:ext cx="64008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0" y="55686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2"/>
                </a:solidFill>
              </a:rPr>
              <a:t>Итог смены: +157 баллов, всего 557, топ команды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Интернет-заказы: от сборки до двери клиента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" y="1316736"/>
            <a:ext cx="7333488" cy="4626864"/>
          </a:xfrm>
          <a:prstGeom prst="roundRect">
            <a:avLst>
              <a:gd name="adj" fmla="val 1779"/>
            </a:avLst>
          </a:prstGeom>
          <a:solidFill>
            <a:srgbClr val="E6EBF2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1D2B3A">
                <a:alpha val="28000"/>
              </a:srgbClr>
            </a:outerShdw>
          </a:effectLst>
        </p:spPr>
      </p:sp>
      <p:pic>
        <p:nvPicPr>
          <p:cNvPr id="4" name="Image 0" descr="/tmp/claude-0/-home-user-gourmet/d2d08e8a-2953-5efc-a094-6fd9f7e5c6e1/scratchpad/del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223760" cy="4517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1371600"/>
            <a:ext cx="3703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Сборка по планограмме: новый → сборка → упакован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Группировка в маршруты по 2–4 адреса («ближайший сосед»)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Диаграмма Ганта: план/факт каждого плеча, линия «сейчас», опоздания красным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Курьеры на карте в реальном времени — GPS из курьерского приложения (POST /api/delivery/gps)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3F"/>
                </a:solidFill>
              </a:rPr>
              <a:t>Без телеметрии — эмуляция движения с шумом координат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Чек в момент вручения: два форм-фактора курьера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85216" y="1271016"/>
            <a:ext cx="3401568" cy="4590288"/>
          </a:xfrm>
          <a:prstGeom prst="roundRect">
            <a:avLst>
              <a:gd name="adj" fmla="val 2419"/>
            </a:avLst>
          </a:prstGeom>
          <a:solidFill>
            <a:srgbClr val="E6EBF2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1D2B3A">
                <a:alpha val="28000"/>
              </a:srgbClr>
            </a:outerShdw>
          </a:effectLst>
        </p:spPr>
      </p:sp>
      <p:pic>
        <p:nvPicPr>
          <p:cNvPr id="4" name="Image 0" descr="/tmp/claude-0/-home-user-gourmet/d2d08e8a-2953-5efc-a094-6fd9f7e5c6e1/scratchpad/del_rece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2918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43400" y="1417320"/>
            <a:ext cx="7223760" cy="155448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17720" y="15544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ED"/>
                </a:solidFill>
              </a:rPr>
              <a:t>📱 Android-смартфон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17720" y="20116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2"/>
                </a:solidFill>
              </a:rPr>
              <a:t>Чек пробивает облачная касса магазина в момент вручения; покупателю уходит электронный чек (СМС / e-mail). Печать — опционально на Bluetooth-принтере.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3200400"/>
            <a:ext cx="7223760" cy="1554480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33375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14E"/>
                </a:solidFill>
              </a:rPr>
              <a:t>🖨 SmartOne — терминал с ФН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17720" y="37947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2"/>
                </a:solidFill>
              </a:rPr>
              <a:t>Фискальный накопитель на борту: бумажный чек печатается у двери покупателя. Работает офлайн с последующей выгрузкой в ОФД.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343400" y="5120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672"/>
                </a:solidFill>
              </a:rPr>
              <a:t>Каждый чек — по 54-ФЗ: позиции, ИТОГО, ФН / ФД / ФП и QR-строка. Печатная форма 80 мм — /receipt/&lt;id&gt;, кнопка печати.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Готово к пилоту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2F4B6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4E2"/>
                </a:solidFill>
              </a:rPr>
              <a:t>магазинов сети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D4E2"/>
                </a:solidFill>
              </a:rPr>
              <a:t>в живой эмуляции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0" y="16916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2F4B68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828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017520" y="26974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4E2"/>
                </a:solidFill>
              </a:rPr>
              <a:t>группы проверок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D4E2"/>
                </a:solidFill>
              </a:rPr>
              <a:t>соответствия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12080" y="16916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2F4B68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828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303520" y="26974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4E2"/>
                </a:solidFill>
              </a:rPr>
              <a:t>смены игрового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D4E2"/>
                </a:solidFill>
              </a:rPr>
              <a:t>тренажёра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2F4B6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1828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589520" y="26974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4E2"/>
                </a:solidFill>
              </a:rPr>
              <a:t>сцены Roblox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D4E2"/>
                </a:solidFill>
              </a:rPr>
              <a:t>сконвертированы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84080" y="16916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2F4B68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0" y="1828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1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875520" y="26974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4E2"/>
                </a:solidFill>
              </a:rPr>
              <a:t>объект Store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D4E2"/>
                </a:solidFill>
              </a:rPr>
              <a:t>все данные системы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D54F"/>
                </a:solidFill>
              </a:rPr>
              <a:t>Дорожная карта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CE6F2"/>
                </a:solidFill>
              </a:rPr>
              <a:t>Подключение реальных данных: планограммы из учётной системы, кассы и CCTV в шину событий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CE6F2"/>
                </a:solidFill>
              </a:rPr>
              <a:t>Пилот на одном магазине: Zabbix, курьерское приложение с GPS, тренажёр для новых сотрудников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DCE6F2"/>
                </a:solidFill>
              </a:rPr>
              <a:t>Публикация Roblox-опыта сети и запуск командного соревнования по баллам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planogram3d.webapp  →  http://127.0.0.1:8050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2026-08-15T14:58:32Z</dcterms:created>
  <dcterms:modified xsi:type="dcterms:W3CDTF">2026-08-15T14:58:32Z</dcterms:modified>
</cp:coreProperties>
</file>